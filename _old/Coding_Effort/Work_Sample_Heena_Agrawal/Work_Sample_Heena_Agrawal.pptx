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Heena agrawal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957" y="5325979"/>
            <a:ext cx="8464633" cy="957178"/>
          </a:xfrm>
        </p:spPr>
        <p:txBody>
          <a:bodyPr>
            <a:normAutofit fontScale="90000"/>
          </a:bodyPr>
          <a:lstStyle/>
          <a:p>
            <a:r>
              <a:rPr lang="en-US" dirty="0"/>
              <a:t>Number of Vendors used in each </a:t>
            </a:r>
            <a:r>
              <a:rPr lang="en-US" dirty="0" smtClean="0"/>
              <a:t>country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957" y="213724"/>
            <a:ext cx="7020072" cy="4981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484" y="753979"/>
            <a:ext cx="3358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are 45 Vendors in </a:t>
            </a:r>
          </a:p>
          <a:p>
            <a:r>
              <a:rPr lang="en-US" dirty="0" smtClean="0"/>
              <a:t>Suppliers and there are 17 Countries.</a:t>
            </a:r>
          </a:p>
          <a:p>
            <a:endParaRPr lang="en-US" dirty="0"/>
          </a:p>
          <a:p>
            <a:r>
              <a:rPr lang="en-US" dirty="0" smtClean="0"/>
              <a:t>The maximum number of Vendor count is in Country 5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3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87" y="5303520"/>
            <a:ext cx="8534400" cy="188698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 </a:t>
            </a:r>
            <a:r>
              <a:rPr lang="en-US" dirty="0"/>
              <a:t>Suppliers in terms of Billable Coding Effort (CE) Delivered per developer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87" y="269805"/>
            <a:ext cx="6882938" cy="4917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8021" y="980902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Supplier    </a:t>
            </a:r>
            <a:r>
              <a:rPr lang="en-US" dirty="0" smtClean="0"/>
              <a:t>    Developer.ID	 Billable.CE</a:t>
            </a:r>
            <a:endParaRPr lang="en-US" dirty="0"/>
          </a:p>
          <a:p>
            <a:r>
              <a:rPr lang="en-US" dirty="0" smtClean="0"/>
              <a:t>Vendor-003 	   77149      	   284.38  </a:t>
            </a:r>
            <a:endParaRPr lang="en-US" dirty="0"/>
          </a:p>
          <a:p>
            <a:r>
              <a:rPr lang="en-US" dirty="0" smtClean="0"/>
              <a:t>Vendor-027 	   78544       	   239.94  </a:t>
            </a:r>
            <a:endParaRPr lang="en-US" dirty="0"/>
          </a:p>
          <a:p>
            <a:r>
              <a:rPr lang="en-US" dirty="0" smtClean="0"/>
              <a:t>Vendor-002 	   77935       	   238.85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6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293896"/>
            <a:ext cx="8534400" cy="191703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with a maximum number of Billable CE hours per day delivered per developer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224590"/>
            <a:ext cx="6851204" cy="4938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5978" y="1047404"/>
            <a:ext cx="21980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Project </a:t>
            </a:r>
            <a:r>
              <a:rPr lang="en-US" dirty="0"/>
              <a:t>155 </a:t>
            </a:r>
            <a:endParaRPr lang="en-US" dirty="0" smtClean="0"/>
          </a:p>
          <a:p>
            <a:r>
              <a:rPr lang="en-US" dirty="0" smtClean="0"/>
              <a:t>Developer </a:t>
            </a:r>
            <a:r>
              <a:rPr lang="en-US" dirty="0"/>
              <a:t>79398    </a:t>
            </a:r>
            <a:endParaRPr lang="en-US" dirty="0" smtClean="0"/>
          </a:p>
          <a:p>
            <a:r>
              <a:rPr lang="en-US" dirty="0" smtClean="0"/>
              <a:t>Billable CE  </a:t>
            </a:r>
            <a:r>
              <a:rPr lang="en-US" dirty="0"/>
              <a:t>340.00</a:t>
            </a:r>
          </a:p>
        </p:txBody>
      </p:sp>
    </p:spTree>
    <p:extLst>
      <p:ext uri="{BB962C8B-B14F-4D97-AF65-F5344CB8AC3E}">
        <p14:creationId xmlns:p14="http://schemas.microsoft.com/office/powerpoint/2010/main" val="34997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189622"/>
            <a:ext cx="8534400" cy="19972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total </a:t>
            </a:r>
            <a:r>
              <a:rPr lang="en-US" dirty="0"/>
              <a:t>Actual CE delivered between July and August in Country 17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2" y="409075"/>
            <a:ext cx="7364819" cy="4691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5853" y="978569"/>
            <a:ext cx="36856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difference </a:t>
            </a:r>
            <a:r>
              <a:rPr lang="en-US" dirty="0"/>
              <a:t>in total Actual CE </a:t>
            </a:r>
            <a:endParaRPr lang="en-US" dirty="0" smtClean="0"/>
          </a:p>
          <a:p>
            <a:r>
              <a:rPr lang="en-US" dirty="0" smtClean="0"/>
              <a:t>between </a:t>
            </a:r>
            <a:r>
              <a:rPr lang="en-US" dirty="0"/>
              <a:t>July and August </a:t>
            </a:r>
            <a:r>
              <a:rPr lang="en-US" dirty="0" smtClean="0"/>
              <a:t>in</a:t>
            </a:r>
          </a:p>
          <a:p>
            <a:r>
              <a:rPr lang="en-US" dirty="0" smtClean="0"/>
              <a:t>Country </a:t>
            </a:r>
            <a:r>
              <a:rPr lang="en-US" dirty="0"/>
              <a:t>17 is </a:t>
            </a:r>
            <a:r>
              <a:rPr lang="en-US" dirty="0" smtClean="0"/>
              <a:t>1275.94.</a:t>
            </a:r>
          </a:p>
          <a:p>
            <a:endParaRPr lang="en-US" dirty="0"/>
          </a:p>
          <a:p>
            <a:r>
              <a:rPr lang="en-US" dirty="0" smtClean="0"/>
              <a:t>Actual CE for July was 8254.12</a:t>
            </a:r>
          </a:p>
          <a:p>
            <a:endParaRPr lang="en-US" dirty="0" smtClean="0"/>
          </a:p>
          <a:p>
            <a:r>
              <a:rPr lang="en-US" dirty="0" smtClean="0"/>
              <a:t>Actual CE for August was 6978.18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5046496"/>
            <a:ext cx="8534400" cy="1878345"/>
          </a:xfrm>
        </p:spPr>
        <p:txBody>
          <a:bodyPr>
            <a:normAutofit fontScale="90000"/>
          </a:bodyPr>
          <a:lstStyle/>
          <a:p>
            <a:r>
              <a:rPr lang="en-US" dirty="0"/>
              <a:t>total number of developers in each one of the last 3 months for Vendor-002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1" y="325591"/>
            <a:ext cx="7072147" cy="4656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9916" y="994611"/>
            <a:ext cx="32753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Total </a:t>
            </a:r>
            <a:r>
              <a:rPr lang="en-US" dirty="0"/>
              <a:t>number of developers in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one of the last 3 months </a:t>
            </a:r>
            <a:endParaRPr lang="en-US" dirty="0" smtClean="0"/>
          </a:p>
          <a:p>
            <a:r>
              <a:rPr lang="en-US" dirty="0" smtClean="0"/>
              <a:t>for Vendor-002 in :</a:t>
            </a:r>
          </a:p>
          <a:p>
            <a:endParaRPr lang="en-US" dirty="0"/>
          </a:p>
          <a:p>
            <a:r>
              <a:rPr lang="en-US" dirty="0" smtClean="0"/>
              <a:t>July : 368</a:t>
            </a:r>
          </a:p>
          <a:p>
            <a:r>
              <a:rPr lang="en-US" dirty="0" smtClean="0"/>
              <a:t>August : 336</a:t>
            </a:r>
          </a:p>
          <a:p>
            <a:r>
              <a:rPr lang="en-US" dirty="0" smtClean="0"/>
              <a:t>September : 226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7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190" y="5615628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dirty="0"/>
              <a:t>Percentage of the total projects working with </a:t>
            </a:r>
            <a:r>
              <a:rPr lang="en-US" dirty="0" smtClean="0"/>
              <a:t>Different Files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99" y="219030"/>
            <a:ext cx="7437347" cy="5315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54716" y="1050758"/>
            <a:ext cx="2976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can see that maximum </a:t>
            </a:r>
          </a:p>
          <a:p>
            <a:r>
              <a:rPr lang="en-US" dirty="0" smtClean="0"/>
              <a:t>Number of file type was </a:t>
            </a:r>
          </a:p>
          <a:p>
            <a:r>
              <a:rPr lang="en-US" dirty="0" smtClean="0"/>
              <a:t>Java type </a:t>
            </a:r>
            <a:r>
              <a:rPr lang="en-US" dirty="0"/>
              <a:t>with </a:t>
            </a:r>
            <a:r>
              <a:rPr lang="en-US" dirty="0" smtClean="0"/>
              <a:t>25.30933 %</a:t>
            </a:r>
          </a:p>
          <a:p>
            <a:r>
              <a:rPr lang="en-US" dirty="0" smtClean="0"/>
              <a:t>Projects in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5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586217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dirty="0"/>
              <a:t>most common task type in Repository 642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642" y="264695"/>
            <a:ext cx="7427564" cy="5336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58463" y="1211179"/>
            <a:ext cx="2694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most </a:t>
            </a:r>
            <a:r>
              <a:rPr lang="en-US" dirty="0"/>
              <a:t>common </a:t>
            </a:r>
            <a:r>
              <a:rPr lang="en-US" dirty="0" smtClean="0"/>
              <a:t>Task </a:t>
            </a:r>
          </a:p>
          <a:p>
            <a:r>
              <a:rPr lang="en-US" dirty="0" smtClean="0"/>
              <a:t>Type in Repository 642</a:t>
            </a:r>
          </a:p>
          <a:p>
            <a:r>
              <a:rPr lang="en-US" dirty="0" smtClean="0"/>
              <a:t>is Improvement</a:t>
            </a:r>
          </a:p>
          <a:p>
            <a:r>
              <a:rPr lang="en-US" dirty="0" smtClean="0"/>
              <a:t>with frequency </a:t>
            </a:r>
            <a:r>
              <a:rPr lang="en-US" dirty="0"/>
              <a:t>of </a:t>
            </a:r>
            <a:r>
              <a:rPr lang="en-US" dirty="0" smtClean="0"/>
              <a:t>31.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75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578196"/>
            <a:ext cx="8534400" cy="1408141"/>
          </a:xfrm>
        </p:spPr>
        <p:txBody>
          <a:bodyPr/>
          <a:lstStyle/>
          <a:p>
            <a:r>
              <a:rPr lang="en-US" dirty="0"/>
              <a:t>Clustering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280737"/>
            <a:ext cx="7361032" cy="52639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634" y="280737"/>
            <a:ext cx="3072293" cy="2126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33874" y="3794681"/>
            <a:ext cx="35830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After using Kmeans Clustering</a:t>
            </a:r>
          </a:p>
          <a:p>
            <a:r>
              <a:rPr lang="en-US" dirty="0" smtClean="0"/>
              <a:t>we can conclude that Developers</a:t>
            </a:r>
          </a:p>
          <a:p>
            <a:r>
              <a:rPr lang="en-US" dirty="0" smtClean="0"/>
              <a:t>can be divided in 4 clusters </a:t>
            </a:r>
          </a:p>
          <a:p>
            <a:r>
              <a:rPr lang="en-US" dirty="0" smtClean="0"/>
              <a:t>According to Number of Days, </a:t>
            </a:r>
          </a:p>
          <a:p>
            <a:r>
              <a:rPr lang="en-US" dirty="0" smtClean="0"/>
              <a:t>File Types and Their Repository.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737392" y="2407041"/>
            <a:ext cx="3018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Silhouette </a:t>
            </a:r>
            <a:r>
              <a:rPr lang="en-US" dirty="0"/>
              <a:t>Method </a:t>
            </a:r>
            <a:r>
              <a:rPr lang="en-US" dirty="0" smtClean="0"/>
              <a:t>showing </a:t>
            </a:r>
          </a:p>
          <a:p>
            <a:r>
              <a:rPr lang="en-US" dirty="0" smtClean="0"/>
              <a:t>4 clusters to be considered.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7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797522"/>
            <a:ext cx="8534400" cy="1507067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1012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</TotalTime>
  <Words>236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Slice</vt:lpstr>
      <vt:lpstr>Heena agrawal</vt:lpstr>
      <vt:lpstr>Number of Vendors used in each country</vt:lpstr>
      <vt:lpstr>Top Suppliers in terms of Billable Coding Effort (CE) Delivered per developer </vt:lpstr>
      <vt:lpstr>Project with a maximum number of Billable CE hours per day delivered per developer </vt:lpstr>
      <vt:lpstr>total Actual CE delivered between July and August in Country 17 </vt:lpstr>
      <vt:lpstr>total number of developers in each one of the last 3 months for Vendor-002 </vt:lpstr>
      <vt:lpstr>Percentage of the total projects working with Different Files </vt:lpstr>
      <vt:lpstr>most common task type in Repository 642 </vt:lpstr>
      <vt:lpstr>Clustering </vt:lpstr>
      <vt:lpstr>Thank you</vt:lpstr>
    </vt:vector>
  </TitlesOfParts>
  <Company>Pace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Heena agrawal</dc:title>
  <dc:creator>Heena Agrawal</dc:creator>
  <cp:lastModifiedBy>Heena Agrawal</cp:lastModifiedBy>
  <cp:revision>6</cp:revision>
  <dcterms:created xsi:type="dcterms:W3CDTF">2018-04-06T19:14:14Z</dcterms:created>
  <dcterms:modified xsi:type="dcterms:W3CDTF">2018-04-06T19:59:10Z</dcterms:modified>
</cp:coreProperties>
</file>